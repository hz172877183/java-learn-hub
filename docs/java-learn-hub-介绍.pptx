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280160"/>
            <a:ext cx="4023360" cy="4023360"/>
          </a:xfrm>
          <a:prstGeom prst="arc">
            <a:avLst/>
          </a:prstGeom>
          <a:solidFill>
            <a:srgbClr val="1C2430"/>
          </a:solidFill>
          <a:ln w="19050">
            <a:solidFill>
              <a:srgbClr val="0F6E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7EC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LEARN HUB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java-learn-hub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3957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EC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Java 技术栈放进同一张地图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8529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从“收藏了一堆链接”到“知道下一步学什么”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3611880"/>
            <a:ext cx="1920240" cy="384048"/>
          </a:xfrm>
          <a:prstGeom prst="roundRect">
            <a:avLst>
              <a:gd name="adj" fmla="val 47619"/>
            </a:avLst>
          </a:prstGeom>
          <a:solidFill>
            <a:srgbClr val="24303D"/>
          </a:solidFill>
          <a:ln w="12700">
            <a:solidFill>
              <a:srgbClr val="3C4C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6118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C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16352" y="3611880"/>
            <a:ext cx="1920240" cy="384048"/>
          </a:xfrm>
          <a:prstGeom prst="roundRect">
            <a:avLst>
              <a:gd name="adj" fmla="val 47619"/>
            </a:avLst>
          </a:prstGeom>
          <a:solidFill>
            <a:srgbClr val="24303D"/>
          </a:solidFill>
          <a:ln w="12700">
            <a:solidFill>
              <a:srgbClr val="3C4C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6352" y="36118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C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+ Vite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01184" y="3611880"/>
            <a:ext cx="1920240" cy="384048"/>
          </a:xfrm>
          <a:prstGeom prst="roundRect">
            <a:avLst>
              <a:gd name="adj" fmla="val 47619"/>
            </a:avLst>
          </a:prstGeom>
          <a:solidFill>
            <a:srgbClr val="24303D"/>
          </a:solidFill>
          <a:ln w="12700">
            <a:solidFill>
              <a:srgbClr val="3C4C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36118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C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 + Flyway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项目介绍  ·  2026-10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它解决什么问题？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133856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不是又一个网校，而是一张可执行的学习地图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47091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java-learn-hub  ·  项目介绍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" y="1627632"/>
            <a:ext cx="3566160" cy="2788920"/>
          </a:xfrm>
          <a:prstGeom prst="roundRect">
            <a:avLst>
              <a:gd name="adj" fmla="val 1967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755648"/>
            <a:ext cx="32369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PROBLEM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94944" y="1975104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常见的三种困境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94944" y="2340864"/>
            <a:ext cx="3236976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94944" y="2395728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知识散落在博客、视频、收藏夹，找不到主线</a:t>
            </a:r>
            <a:endParaRPr lang="en-US" sz="110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不知道先学什么、学到哪算学会</a:t>
            </a:r>
            <a:endParaRPr lang="en-US" sz="110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缺一条面向求职的、可落地的后端路线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627632"/>
            <a:ext cx="4270248" cy="2788920"/>
          </a:xfrm>
          <a:prstGeom prst="roundRect">
            <a:avLst>
              <a:gd name="adj" fmla="val 1967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07992" y="1755648"/>
            <a:ext cx="3941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SOLUTION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07992" y="1975104"/>
            <a:ext cx="3941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java-learn-hub 的答案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07992" y="2340864"/>
            <a:ext cx="3941064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07992" y="2395728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目录即地图：16 个学习项，按分类 / 难度 / 接入状态筛选</a:t>
            </a:r>
            <a:endParaRPr lang="en-US" sz="110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路线即计划：7 个阶段，从站稳 Web 到工程交付</a:t>
            </a:r>
            <a:endParaRPr lang="en-US" sz="110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每个学习项都有概述、路线、示例、常见坑</a:t>
            </a:r>
            <a:endParaRPr lang="en-US" sz="110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+ 私人笔记，形成学习闭环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三条主线，一个闭环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133856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 → 学习 → 维护，各自独立又互相支撑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47091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java-learn-hub  ·  项目介绍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" y="1645920"/>
            <a:ext cx="2688336" cy="2651760"/>
          </a:xfrm>
          <a:prstGeom prst="roundRect">
            <a:avLst>
              <a:gd name="adj" fmla="val 2069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773936"/>
            <a:ext cx="2359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BROWSE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94944" y="1993392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浏览与发现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94944" y="2359152"/>
            <a:ext cx="2359152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 / 目录 / 详情 / 总路线 / 关于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筛选、搜索、代码复制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只展示已发布内容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19856" y="1645920"/>
            <a:ext cx="2688336" cy="2651760"/>
          </a:xfrm>
          <a:prstGeom prst="roundRect">
            <a:avLst>
              <a:gd name="adj" fmla="val 2069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4448" y="1773936"/>
            <a:ext cx="2359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LEARN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84448" y="1993392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个人学习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84448" y="2359152"/>
            <a:ext cx="2359152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注册登录（JWT）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三态进度：未开始 / 学习中 / 已完成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每题一条私人 Markdown 笔记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1645920"/>
            <a:ext cx="2688336" cy="2651760"/>
          </a:xfrm>
          <a:prstGeom prst="roundRect">
            <a:avLst>
              <a:gd name="adj" fmla="val 2069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1773936"/>
            <a:ext cx="2359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73952" y="1993392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内容维护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73952" y="2359152"/>
            <a:ext cx="2359152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管理页增删改学习项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 / 发布状态切换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发布前完整性校验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" y="44988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数据库是唯一数据源  ·  写操作实时刷新内容快照  ·  读接口保持只读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STACK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技术栈：选择克制，边界清晰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133856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一期不引入 Redis / MQ / 全文检索，够用即可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47091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java-learn-hub  ·  项目介绍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" y="1691640"/>
            <a:ext cx="1938528" cy="2331720"/>
          </a:xfrm>
          <a:prstGeom prst="roundRect">
            <a:avLst>
              <a:gd name="adj" fmla="val 2830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819656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94944" y="2039112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94944" y="2404872"/>
            <a:ext cx="1609344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21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3.5.6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Data JPA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Flyway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60904" y="1691640"/>
            <a:ext cx="1938528" cy="2331720"/>
          </a:xfrm>
          <a:prstGeom prst="roundRect">
            <a:avLst>
              <a:gd name="adj" fmla="val 2830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25496" y="1819656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25496" y="2039112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825496" y="2404872"/>
            <a:ext cx="1609344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3.5 + TypeScript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 6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Plus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Router + Pinia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91456" y="1691640"/>
            <a:ext cx="1938528" cy="2331720"/>
          </a:xfrm>
          <a:prstGeom prst="roundRect">
            <a:avLst>
              <a:gd name="adj" fmla="val 2830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1819656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56048" y="2039112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956048" y="2404872"/>
            <a:ext cx="1609344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Flyway 版本化迁移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文档 + 索引列混合建模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22008" y="1691640"/>
            <a:ext cx="1938528" cy="2331720"/>
          </a:xfrm>
          <a:prstGeom prst="roundRect">
            <a:avLst>
              <a:gd name="adj" fmla="val 2830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1819656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86600" y="2039112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86600" y="2404872"/>
            <a:ext cx="1609344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BCrypt 密码哈希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JWT（用户，7 天）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Bearer Token（管理）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0352" y="42976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运行环境：JBR 21  ·  Maven 3.8  ·  Node 22  ·  Docker Desktop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前后端分离，数据库兜底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133856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浏览器只认 HTTP，服务端只认内容快照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47091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java-learn-hub  ·  项目介绍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65960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21792" y="2313432"/>
            <a:ext cx="200253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SPA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 / 状态 / 编辑器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16352" y="2240280"/>
            <a:ext cx="4023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246120" y="178308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965960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410712" y="2313432"/>
            <a:ext cx="200253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 API + 管理 API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/ Token 过滤器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05272" y="2240280"/>
            <a:ext cx="4023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035040" y="178308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1965960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199632" y="2313432"/>
            <a:ext cx="200253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topic / track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/ progress / note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0352" y="3429000"/>
            <a:ext cx="8092440" cy="960120"/>
          </a:xfrm>
          <a:prstGeom prst="roundRect">
            <a:avLst>
              <a:gd name="adj" fmla="val 7619"/>
            </a:avLst>
          </a:prstGeom>
          <a:solidFill>
            <a:srgbClr val="D7ECEC"/>
          </a:solidFill>
          <a:ln w="12700">
            <a:solidFill>
              <a:srgbClr val="D7EC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5478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请求链路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3794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/api/v1/**  公开只读      |      /api/v1/me/**  JWT      |      /api/v1/admin/**  管理令牌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" y="452628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写库后重建内存快照，读接口始终服务最新内容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MODEL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五张业务表，覆盖内容与学习行为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133856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Flyway V1 + V2 管理结构演进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47091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java-learn-hub  ·  项目介绍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" y="1591056"/>
            <a:ext cx="2651760" cy="1325880"/>
          </a:xfrm>
          <a:prstGeom prst="roundRect">
            <a:avLst>
              <a:gd name="adj" fmla="val 4138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773936"/>
            <a:ext cx="2322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topic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94944" y="2121408"/>
            <a:ext cx="2322576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slug / title / category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difficulty / status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payload(JSON) + 索引列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19272" y="1591056"/>
            <a:ext cx="2651760" cy="1325880"/>
          </a:xfrm>
          <a:prstGeom prst="roundRect">
            <a:avLst>
              <a:gd name="adj" fmla="val 4138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83864" y="1773936"/>
            <a:ext cx="2322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track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483864" y="2121408"/>
            <a:ext cx="2322576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slug / title / audience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payload(JSON)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阶段与学习项引用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08192" y="1591056"/>
            <a:ext cx="2514600" cy="1325880"/>
          </a:xfrm>
          <a:prstGeom prst="roundRect">
            <a:avLst>
              <a:gd name="adj" fmla="val 4138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1773936"/>
            <a:ext cx="2185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app_user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272784" y="2121408"/>
            <a:ext cx="2185416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username(唯一)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password_hash(BCrypt)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display_name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737360" y="315468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01952" y="3337560"/>
            <a:ext cx="2322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learning_progress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901952" y="3685032"/>
            <a:ext cx="2322576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user_id + topic_slug(唯一)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/ started_at / completed_at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15468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3337560"/>
            <a:ext cx="2322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topic_note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919472" y="3685032"/>
            <a:ext cx="2322576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user_id + topic_slug(唯一)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content(Markdown)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0352" y="43434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user_id + topic_slug 唯一约束：进度与笔记天然按用户隔离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内容体系：一份 JSON，一套验收标准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133856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仓库即教材，数据库即事实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47091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java-learn-hub  ·  项目介绍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" y="1645920"/>
            <a:ext cx="3977640" cy="2651760"/>
          </a:xfrm>
          <a:prstGeom prst="roundRect">
            <a:avLst>
              <a:gd name="adj" fmla="val 2069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773936"/>
            <a:ext cx="3648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94944" y="1993392"/>
            <a:ext cx="3648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个学习项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94944" y="2359152"/>
            <a:ext cx="3648456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核心 / 数据访问 / 工程化 / 中间件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 / 安全 / 云原生 / 前端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每个学习项包含：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概述 · 核心概念 · 学习路线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示例代码 · 常见坑 · 仓库指引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645920"/>
            <a:ext cx="3904488" cy="2651760"/>
          </a:xfrm>
          <a:prstGeom prst="roundRect">
            <a:avLst>
              <a:gd name="adj" fmla="val 2069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773936"/>
            <a:ext cx="3575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73752" y="1993392"/>
            <a:ext cx="3575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发布门槛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73752" y="2359152"/>
            <a:ext cx="3575304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status = published 时必须满足：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概述非空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至少 1 条学习路线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至少 1 个示例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至少 3 条常见坑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不满足 → 接口 400，不允许入库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0352" y="44348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条主线路线：Java 后端求职向，7 个阶段、8～12 周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BROWSE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浏览端：不登录也能完整学习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133856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所有页面只消费已发布内容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47091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java-learn-hub  ·  项目介绍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首页：定位说明 + 推荐路线 + 最新学习项</a:t>
            </a:r>
            <a:endParaRPr lang="en-US" sz="115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目录：分类 / 难度 / 接入状态 / 关键词组合筛选</a:t>
            </a:r>
            <a:endParaRPr lang="en-US" sz="115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详情：概述、概念、路线、示例、常见坑、关联学习项</a:t>
            </a:r>
            <a:endParaRPr lang="en-US" sz="115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总路线：阶段目标 + 每阶段学习项</a:t>
            </a:r>
            <a:endParaRPr lang="en-US" sz="115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关于：项目边界与内容规范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1691640"/>
            <a:ext cx="4041648" cy="2514600"/>
          </a:xfrm>
          <a:prstGeom prst="roundRect">
            <a:avLst>
              <a:gd name="adj" fmla="val 2182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819656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36592" y="2039112"/>
            <a:ext cx="3712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设计取舍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736592" y="2404872"/>
            <a:ext cx="3712464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内容以 Markdown / JSON 表达，前端不写死路由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新增学习项不需要改前端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未知 slug 返回 404，未知接口同样 404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统一错误体：code / message / traceId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个人学习：进度与笔记，只属于你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133856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注册即用，无需邮箱验证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47091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java-learn-hub  ·  项目介绍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" y="1645920"/>
            <a:ext cx="2651760" cy="2606040"/>
          </a:xfrm>
          <a:prstGeom prst="roundRect">
            <a:avLst>
              <a:gd name="adj" fmla="val 2105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773936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ACCOUNT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94944" y="1993392"/>
            <a:ext cx="2322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94944" y="2359152"/>
            <a:ext cx="2322576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用户名 + 密码注册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BCrypt 哈希存储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7 天有效期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9272" y="1645920"/>
            <a:ext cx="2651760" cy="2606040"/>
          </a:xfrm>
          <a:prstGeom prst="roundRect">
            <a:avLst>
              <a:gd name="adj" fmla="val 2105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83864" y="1773936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PROGRESS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83864" y="1993392"/>
            <a:ext cx="2322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483864" y="2359152"/>
            <a:ext cx="2322576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未开始 / 学习中 / 已完成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记录开始与完成时间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路线页显示阶段与整体百分比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08192" y="1645920"/>
            <a:ext cx="2514600" cy="2606040"/>
          </a:xfrm>
          <a:prstGeom prst="roundRect">
            <a:avLst>
              <a:gd name="adj" fmla="val 2182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1773936"/>
            <a:ext cx="2185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72784" y="1993392"/>
            <a:ext cx="2185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272784" y="2359152"/>
            <a:ext cx="2185416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每题一条 Markdown 笔记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手动保存，显示保存时间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服务端按 user_id 隔离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" y="44348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「我的学习」汇总：完成数、学习中、笔记数、全站进度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管理端：把内容维护从仓库搬到页面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133856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写接口与读接口分离，令牌保护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47091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java-learn-hub  ·  项目介绍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列表：包含草稿，按 slug / 标题 / 分类搜索</a:t>
            </a:r>
            <a:endParaRPr lang="en-US" sz="115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新建：slug 唯一，创建后不可修改</a:t>
            </a:r>
            <a:endParaRPr lang="en-US" sz="115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编辑：基本信息 + 概念 / 路线 / 示例 / 坑 / 仓库指引</a:t>
            </a:r>
            <a:endParaRPr lang="en-US" sz="115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删除：二次确认，物理删除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26280" y="1691640"/>
            <a:ext cx="4087368" cy="2468880"/>
          </a:xfrm>
          <a:prstGeom prst="roundRect">
            <a:avLst>
              <a:gd name="adj" fmla="val 2222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819656"/>
            <a:ext cx="3758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SECURITY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90872" y="2039112"/>
            <a:ext cx="3758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写接口保护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90872" y="2404872"/>
            <a:ext cx="375818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Authorization: Bearer &lt;管理令牌&gt;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无令牌 / 错令牌 → 401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重复 slug → 409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发布内容不完整 → 400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未知学习项 → 404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接口一览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133856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统一前缀 /api/v1，统一错误体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47091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java-learn-hub  ·  项目介绍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1572768"/>
          <a:ext cx="80924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154680"/>
                <a:gridCol w="2606040"/>
                <a:gridCol w="14173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鉴权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/topics?category=&amp;q=&amp;page=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分页列表（仅 published）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/topics/{slug}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学习项详情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/tracks/{slug}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路线与阶段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/meta/categories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分类统计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POST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/auth/register · /auth/login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注册 / 登录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GET/PUT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/me/progress · /me/notes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个人进度与笔记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JWT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CRUD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/admin/topics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学习项维护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管理令牌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30352" y="43434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错误码：400 参数 / 401 未认证 / 404 不存在 / 405 方法 / 409 冲突 / 415 媒体类型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验证：可运行、可回归、可解释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133856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每次改动都跑测试与构建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47091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java-learn-hub  ·  项目介绍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" y="1627632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700784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5/5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30352" y="217627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后端单测通过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78608" y="1627632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700784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78608" y="217627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已发布学习项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26864" y="1627632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1700784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26864" y="217627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路线阶段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75120" y="1627632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700784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675120" y="217627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前端构建错误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0352" y="2761488"/>
            <a:ext cx="3977640" cy="1664208"/>
          </a:xfrm>
          <a:prstGeom prst="roundRect">
            <a:avLst>
              <a:gd name="adj" fmla="val 3297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2889504"/>
            <a:ext cx="3648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4944" y="3108960"/>
            <a:ext cx="3648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已覆盖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4944" y="3474720"/>
            <a:ext cx="36484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 / 登录 / 越权隔离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进度三态与时间戳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笔记增删改查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管理端 CRUD 与发布校验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761488"/>
            <a:ext cx="3904488" cy="1664208"/>
          </a:xfrm>
          <a:prstGeom prst="roundRect">
            <a:avLst>
              <a:gd name="adj" fmla="val 3297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2889504"/>
            <a:ext cx="3575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LESSONS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73752" y="3108960"/>
            <a:ext cx="3575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45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经验教训（真实踩坑）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873752" y="3474720"/>
            <a:ext cx="35753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双构造器导致注入失败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YAML 列表无法被 @Value 解析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CORS 只放开 GET 导致写请求 403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三步启动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133856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本机开发环境即可完整跑通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47091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java-learn-hub  ·  项目介绍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" y="1664208"/>
            <a:ext cx="2651760" cy="2331720"/>
          </a:xfrm>
          <a:prstGeom prst="roundRect">
            <a:avLst>
              <a:gd name="adj" fmla="val 2353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77393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7EC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4944" y="21396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起数据库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944" y="2487168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run mysql:8.0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 learnhub，端口 3306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数据卷持久化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664208"/>
            <a:ext cx="2651760" cy="2331720"/>
          </a:xfrm>
          <a:prstGeom prst="roundRect">
            <a:avLst>
              <a:gd name="adj" fmla="val 2353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177393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7EC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47872" y="21396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起后端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47872" y="2487168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mvn spring-boot:run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JDK 21（可用 IDEA JBR）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Flyway 自动建表 + 种子导入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6208" y="1664208"/>
            <a:ext cx="2651760" cy="2331720"/>
          </a:xfrm>
          <a:prstGeom prst="roundRect">
            <a:avLst>
              <a:gd name="adj" fmla="val 2353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77393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7EC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21396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起前端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2487168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npm install &amp;&amp; npm run dev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http://127.0.0.1:5173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 /api 到 8080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" y="422452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配置：DB_USER / DB_PASSWORD  ·  LEARNHUB_JWT_SECRET  ·  LEARNHUB_ADMIN_TOKEN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下一步往哪走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133856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先把闭环打磨顺，再谈扩展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352" y="47091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java-learn-hub  ·  项目介绍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840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 Markdown 预览与导出</a:t>
            </a:r>
            <a:endParaRPr lang="en-US" sz="115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路线维度统计：学习时长、完成率趋势</a:t>
            </a:r>
            <a:endParaRPr lang="en-US" sz="115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管理端统一为管理员账号 + 角色</a:t>
            </a:r>
            <a:endParaRPr lang="en-US" sz="115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找回密码、登录限流、审计日志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17720" y="1691640"/>
            <a:ext cx="3995928" cy="2468880"/>
          </a:xfrm>
          <a:prstGeom prst="roundRect">
            <a:avLst>
              <a:gd name="adj" fmla="val 2222"/>
            </a:avLst>
          </a:prstGeom>
          <a:solidFill>
            <a:srgbClr val="FFFDF8"/>
          </a:solidFill>
          <a:ln w="12700">
            <a:solidFill>
              <a:srgbClr val="D9CF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82312" y="1819656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NON-GOALS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82312" y="2039112"/>
            <a:ext cx="3666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暂不引入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782312" y="2404872"/>
            <a:ext cx="366674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/ MQ / 全文检索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多租户与团队协作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移动端原生应用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理由：一期优先验证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「内容 → 学习 → 反馈」的闭环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17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D7EC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现在就可以开始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 → 选一条路线 → 学完打勾 → 写下笔记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C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http://127.0.0.1:5173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java-learn-hub  ·  把学习变成可执行的地图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java-learn-hub 项目介绍</dc:title>
  <dc:subject>Java 学习门户</dc:subject>
  <dc:creator>java-learn-hub</dc:creator>
  <cp:lastModifiedBy>java-learn-hub</cp:lastModifiedBy>
  <cp:revision>1</cp:revision>
  <dcterms:created xsi:type="dcterms:W3CDTF">2026-10-22T08:39:59Z</dcterms:created>
  <dcterms:modified xsi:type="dcterms:W3CDTF">2026-10-22T08:39:59Z</dcterms:modified>
</cp:coreProperties>
</file>